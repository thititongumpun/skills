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0000" r:id="rId22"/>
    <p:sldId id="2147480001" r:id="rId23"/>
    <p:sldId id="2147480002" r:id="rId24"/>
    <p:sldId id="2147480003" r:id="rId25"/>
    <p:sldId id="21474800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32B5DFA-1DF2-E4A0-5BA0-1E123BEB266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8B2F6-EE50-43EA-9899-8D90A0245C84}" type="datetime1">
              <a:rPr lang="LID4096"/>
              <a:pPr>
                <a:defRPr/>
              </a:pPr>
              <a:t>08/27/2026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5564C88-F832-90D0-6840-DC82419C41A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CDB18A-C60C-274C-B809-EAE06B16B6A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D9836-F70F-4653-AD1B-D30358C12EFB}" type="slidenum">
              <a:rPr lang="LID4096" altLang="en-US"/>
              <a:pPr>
                <a:defRPr/>
              </a:pPr>
              <a:t>‹#›</a:t>
            </a:fld>
            <a:endParaRPr lang="LID4096" altLang="en-US"/>
          </a:p>
        </p:txBody>
      </p:sp>
    </p:spTree>
    <p:extLst>
      <p:ext uri="{BB962C8B-B14F-4D97-AF65-F5344CB8AC3E}">
        <p14:creationId xmlns:p14="http://schemas.microsoft.com/office/powerpoint/2010/main" val="125022775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66ACD6B-2857-9B7C-9F6D-466ED269A2CA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128E8-9A36-4FEC-B6A6-E8855D34373F}" type="datetime1">
              <a:rPr lang="LID4096"/>
              <a:pPr>
                <a:defRPr/>
              </a:pPr>
              <a:t>08/27/2026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BE650EA-22F9-1AF0-5C72-95B30E18CCF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3AB909F-C4B2-74A4-C980-4FFE0775725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2FDBF-B848-43FF-B09D-5819394CBACB}" type="slidenum">
              <a:rPr lang="LID4096" altLang="en-US"/>
              <a:pPr>
                <a:defRPr/>
              </a:pPr>
              <a:t>‹#›</a:t>
            </a:fld>
            <a:endParaRPr lang="LID4096" altLang="en-US"/>
          </a:p>
        </p:txBody>
      </p:sp>
    </p:spTree>
    <p:extLst>
      <p:ext uri="{BB962C8B-B14F-4D97-AF65-F5344CB8AC3E}">
        <p14:creationId xmlns:p14="http://schemas.microsoft.com/office/powerpoint/2010/main" val="652562879"/>
      </p:ext>
    </p:extLst>
  </p:cSld>
  <p:clrMapOvr>
    <a:masterClrMapping/>
  </p:clrMapOvr>
  <p:transition spd="slow"/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3" name="Content Placeholder 3"/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65686-14A4-5DB1-0C1C-4F445DFCCF6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9B4B1-8AD7-4810-BBB3-B1827FA26D9F}" type="datetime1">
              <a:rPr lang="LID4096"/>
              <a:pPr>
                <a:defRPr/>
              </a:pPr>
              <a:t>08/27/2026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155C2-5BC5-FE1E-C621-F48A1254C9A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5249-18BA-3479-0E37-DA2C1690C4E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B3A87-EE40-4CC5-BF64-A996EA1ED685}" type="slidenum">
              <a:rPr lang="LID4096" altLang="en-US"/>
              <a:pPr>
                <a:defRPr/>
              </a:pPr>
              <a:t>‹#›</a:t>
            </a:fld>
            <a:endParaRPr lang="LID4096" altLang="en-US"/>
          </a:p>
        </p:txBody>
      </p:sp>
    </p:spTree>
    <p:extLst>
      <p:ext uri="{BB962C8B-B14F-4D97-AF65-F5344CB8AC3E}">
        <p14:creationId xmlns:p14="http://schemas.microsoft.com/office/powerpoint/2010/main" val="10500194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200600"/>
      </p:ext>
    </p:extLst>
  </p:cSld>
  <p:clrMapOvr>
    <a:masterClrMapping/>
  </p:clrMapOvr>
  <p:transition spd="slow"/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E8FCF9B-AC10-C667-74A3-D53DC098869A}"/>
              </a:ext>
            </a:extLst>
          </p:cNvPr>
          <p:cNvSpPr txBox="1"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lang="th-TH"/>
            </a:lvl1pPr>
          </a:lstStyle>
          <a:p>
            <a:pPr>
              <a:defRPr/>
            </a:pPr>
            <a:endParaRPr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FBAB8C5-FEA1-6924-BBD8-3453E3D431C9}"/>
              </a:ext>
            </a:extLst>
          </p:cNvPr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7A7A1-101B-4E11-81D7-7B3C2D1C4F46}" type="slidenum">
              <a:rPr lang="th-TH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2605855745"/>
      </p:ext>
    </p:extLst>
  </p:cSld>
  <p:clrMapOvr>
    <a:masterClrMapping/>
  </p:clrMapOvr>
  <p:transition spd="slow"/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586386" y="1436686"/>
            <a:ext cx="11018520" cy="4832347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 sz="16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1"/>
          <p:cNvSpPr txBox="1">
            <a:spLocks noGrp="1"/>
          </p:cNvSpPr>
          <p:nvPr>
            <p:ph type="body" idx="4294967295"/>
          </p:nvPr>
        </p:nvSpPr>
        <p:spPr>
          <a:xfrm>
            <a:off x="593555" y="841074"/>
            <a:ext cx="11021126" cy="246220"/>
          </a:xfrm>
        </p:spPr>
        <p:txBody>
          <a:bodyPr/>
          <a:lstStyle>
            <a:lvl1pPr marL="0" indent="0">
              <a:buNone/>
              <a:defRPr sz="1600">
                <a:solidFill>
                  <a:srgbClr val="BF9000"/>
                </a:solidFill>
              </a:defRPr>
            </a:lvl1pPr>
          </a:lstStyle>
          <a:p>
            <a:pPr lvl="0"/>
            <a:r>
              <a:rPr lang="en-US"/>
              <a:t>(Sub title)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E21D8FE-3409-0479-E067-9937BC2FBB3A}"/>
              </a:ext>
            </a:extLst>
          </p:cNvPr>
          <p:cNvSpPr txBox="1">
            <a:spLocks noGrp="1"/>
          </p:cNvSpPr>
          <p:nvPr>
            <p:ph type="ftr" sz="quarter" idx="10"/>
          </p:nvPr>
        </p:nvSpPr>
        <p:spPr>
          <a:xfrm>
            <a:off x="473075" y="6523038"/>
            <a:ext cx="9340850" cy="295275"/>
          </a:xfrm>
        </p:spPr>
        <p:txBody>
          <a:bodyPr anchorCtr="0"/>
          <a:lstStyle>
            <a:lvl1pPr algn="l">
              <a:defRPr lang="en-US" sz="700">
                <a:solidFill>
                  <a:srgbClr val="737373"/>
                </a:solidFill>
                <a:latin typeface="Segoe UI"/>
              </a:defRPr>
            </a:lvl1pPr>
          </a:lstStyle>
          <a:p>
            <a:pPr>
              <a:defRPr/>
            </a:pPr>
            <a:r>
              <a:t>© Microsoft Corporation. All rights reserved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662269669"/>
      </p:ext>
    </p:extLst>
  </p:cSld>
  <p:clrMapOvr>
    <a:masterClrMapping/>
  </p:clrMapOvr>
  <p:transition>
    <p:fade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64D06-045C-DA8A-5C23-381014581E0A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2B553-8E5F-4C6E-9563-0D79F63BA867}" type="datetime1">
              <a:rPr lang="LID4096"/>
              <a:pPr>
                <a:defRPr/>
              </a:pPr>
              <a:t>08/27/2026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05EB-AD17-EC56-01C9-6E02D4A0AD76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40DAB-25F2-FC15-0C2E-528A6E9A47E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2F64C-5456-4290-9393-6923BAEB2531}" type="slidenum">
              <a:rPr lang="LID4096" altLang="en-US"/>
              <a:pPr>
                <a:defRPr/>
              </a:pPr>
              <a:t>‹#›</a:t>
            </a:fld>
            <a:endParaRPr lang="LID4096" altLang="en-US"/>
          </a:p>
        </p:txBody>
      </p:sp>
    </p:spTree>
    <p:extLst>
      <p:ext uri="{BB962C8B-B14F-4D97-AF65-F5344CB8AC3E}">
        <p14:creationId xmlns:p14="http://schemas.microsoft.com/office/powerpoint/2010/main" val="4135368022"/>
      </p:ext>
    </p:extLst>
  </p:cSld>
  <p:clrMapOvr>
    <a:masterClrMapping/>
  </p:clrMapOvr>
  <p:transition spd="slow"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>
            <a:spLocks noGrp="1"/>
          </p:cNvSpPr>
          <p:nvPr>
            <p:ph type="title"/>
          </p:nvPr>
        </p:nvSpPr>
        <p:spPr>
          <a:xfrm>
            <a:off x="588260" y="416436"/>
            <a:ext cx="11018520" cy="36933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586386" y="1436686"/>
            <a:ext cx="11018520" cy="4832347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 sz="16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1"/>
          <p:cNvSpPr txBox="1">
            <a:spLocks noGrp="1"/>
          </p:cNvSpPr>
          <p:nvPr>
            <p:ph type="body" idx="4294967295"/>
          </p:nvPr>
        </p:nvSpPr>
        <p:spPr>
          <a:xfrm>
            <a:off x="593555" y="841074"/>
            <a:ext cx="11021126" cy="246220"/>
          </a:xfrm>
        </p:spPr>
        <p:txBody>
          <a:bodyPr/>
          <a:lstStyle>
            <a:lvl1pPr marL="0" indent="0">
              <a:buNone/>
              <a:defRPr sz="1600">
                <a:solidFill>
                  <a:srgbClr val="BF9000"/>
                </a:solidFill>
              </a:defRPr>
            </a:lvl1pPr>
          </a:lstStyle>
          <a:p>
            <a:pPr lvl="0"/>
            <a:r>
              <a:rPr lang="en-US"/>
              <a:t>(Sub title)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56A25-37D2-8DD6-C6D6-67B95FDC0D09}"/>
              </a:ext>
            </a:extLst>
          </p:cNvPr>
          <p:cNvSpPr txBox="1">
            <a:spLocks noGrp="1"/>
          </p:cNvSpPr>
          <p:nvPr>
            <p:ph type="ftr" sz="quarter" idx="10"/>
          </p:nvPr>
        </p:nvSpPr>
        <p:spPr>
          <a:xfrm>
            <a:off x="473075" y="6523038"/>
            <a:ext cx="9340850" cy="295275"/>
          </a:xfrm>
        </p:spPr>
        <p:txBody>
          <a:bodyPr/>
          <a:lstStyle>
            <a:lvl1pPr algn="l">
              <a:defRPr lang="en-US" sz="700">
                <a:solidFill>
                  <a:srgbClr val="737373"/>
                </a:solidFill>
                <a:latin typeface="Segoe UI"/>
              </a:defRPr>
            </a:lvl1pPr>
          </a:lstStyle>
          <a:p>
            <a:pPr>
              <a:defRPr/>
            </a:pPr>
            <a:r>
              <a:t>© Microsoft Corporation. All rights reserved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2568368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EFAD135C-46EF-7AC2-1305-56A929D5E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84138"/>
            <a:ext cx="71438" cy="57626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solidFill>
                <a:srgbClr val="000000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4B90E8EB-296E-6575-6C14-51F068543293}"/>
              </a:ext>
            </a:extLst>
          </p:cNvPr>
          <p:cNvSpPr txBox="1"/>
          <p:nvPr/>
        </p:nvSpPr>
        <p:spPr>
          <a:xfrm>
            <a:off x="10191750" y="6659563"/>
            <a:ext cx="2000250" cy="125412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kern="0" spc="30">
                <a:solidFill>
                  <a:srgbClr val="FFFFFF"/>
                </a:solidFill>
                <a:latin typeface="Segoe UI" pitchFamily="34"/>
                <a:ea typeface="Tazugane Gothic StdN Book" pitchFamily="34"/>
                <a:cs typeface="Meiryo UI" pitchFamily="50"/>
              </a:rPr>
              <a:t>©︎2022 ABeam Consulting Ltd.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B4834ED5-CE16-44A4-D0ED-9AC589C12639}"/>
              </a:ext>
            </a:extLst>
          </p:cNvPr>
          <p:cNvSpPr txBox="1"/>
          <p:nvPr/>
        </p:nvSpPr>
        <p:spPr>
          <a:xfrm>
            <a:off x="9215438" y="6659563"/>
            <a:ext cx="881062" cy="123825"/>
          </a:xfrm>
          <a:prstGeom prst="rect">
            <a:avLst/>
          </a:prstGeom>
          <a:noFill/>
          <a:ln cap="flat">
            <a:noFill/>
          </a:ln>
        </p:spPr>
        <p:txBody>
          <a:bodyPr lIns="0" tIns="0" rIns="0" bIns="0">
            <a:spAutoFit/>
          </a:bodyPr>
          <a:lstStyle/>
          <a:p>
            <a:pPr algn="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kern="0" spc="80">
                <a:solidFill>
                  <a:srgbClr val="FFFFFF"/>
                </a:solidFill>
                <a:latin typeface="Segoe UI" pitchFamily="34"/>
                <a:ea typeface="Meiryo UI" pitchFamily="50"/>
                <a:cs typeface="Meiryo UI" pitchFamily="50"/>
              </a:rPr>
              <a:t>confidential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95A6E442-DA65-3213-67AA-79684D0E8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538"/>
            <a:ext cx="10972800" cy="444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000" b="1">
              <a:solidFill>
                <a:srgbClr val="00000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B6F92D9-D0B4-F3C4-F525-1B5632937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6630988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>
              <a:defRPr/>
            </a:pPr>
            <a:fld id="{842172DA-7BB7-4C49-83AE-27C905F6C494}" type="slidenum">
              <a:rPr lang="en-US" altLang="en-US" sz="1100" smtClean="0">
                <a:solidFill>
                  <a:srgbClr val="FFFFFF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  <a:cs typeface="Meiryo UI"/>
              </a:rPr>
              <a:pPr eaLnBrk="1">
                <a:defRPr/>
              </a:pPr>
              <a:t>‹#›</a:t>
            </a:fld>
            <a:endParaRPr lang="en-US" altLang="en-US" sz="1100">
              <a:solidFill>
                <a:srgbClr val="FFFFFF"/>
              </a:solidFill>
              <a:latin typeface="Yu Gothic Medium" panose="020B0500000000000000" pitchFamily="34" charset="-128"/>
              <a:ea typeface="Yu Gothic Medium" panose="020B0500000000000000" pitchFamily="34" charset="-128"/>
              <a:cs typeface="Meiryo UI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32055C8-9885-3603-53DD-9E89D7B0B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6538"/>
            <a:ext cx="12192000" cy="27146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lIns="35999" tIns="35999" rIns="35999" bIns="35999" anchor="ctr" anchorCtr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600">
              <a:solidFill>
                <a:srgbClr val="000000"/>
              </a:solidFill>
              <a:latin typeface="Segoe UI" panose="020B0502040204020203" pitchFamily="34" charset="0"/>
              <a:ea typeface="Yu Gothic Medium" panose="020B0500000000000000" pitchFamily="34" charset="-128"/>
              <a:cs typeface="Meiryo UI"/>
            </a:endParaRPr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4294967295"/>
          </p:nvPr>
        </p:nvSpPr>
        <p:spPr>
          <a:xfrm>
            <a:off x="595036" y="837654"/>
            <a:ext cx="10619997" cy="3599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0">
                <a:latin typeface="Segoe UI" pitchFamily="34"/>
                <a:ea typeface="游ゴシック Medium" pitchFamily="5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5356643"/>
      </p:ext>
    </p:extLst>
  </p:cSld>
  <p:clrMapOvr>
    <a:masterClrMapping/>
  </p:clrMapOvr>
  <p:transition spd="slow"/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sign Your 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3D411-7CC0-4BBC-903D-3A499A64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1751" y="6487559"/>
            <a:ext cx="2743200" cy="365125"/>
          </a:xfrm>
        </p:spPr>
        <p:txBody>
          <a:bodyPr/>
          <a:lstStyle>
            <a:lvl1pPr>
              <a:defRPr>
                <a:solidFill>
                  <a:srgbClr val="243C58"/>
                </a:solidFill>
              </a:defRPr>
            </a:lvl1pPr>
          </a:lstStyle>
          <a:p>
            <a:fld id="{ADECE46C-A1F3-489B-9FA6-3340AC70FA6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CDDE99-E400-80E5-FA9F-B996BD40E2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987" y="8042"/>
            <a:ext cx="942965" cy="604361"/>
          </a:xfrm>
          <a:prstGeom prst="rect">
            <a:avLst/>
          </a:prstGeom>
        </p:spPr>
      </p:pic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4C32A832-30A5-6657-2849-505E418C1937}"/>
              </a:ext>
            </a:extLst>
          </p:cNvPr>
          <p:cNvSpPr txBox="1">
            <a:spLocks/>
          </p:cNvSpPr>
          <p:nvPr userDrawn="1"/>
        </p:nvSpPr>
        <p:spPr>
          <a:xfrm>
            <a:off x="4988224" y="6384554"/>
            <a:ext cx="22155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bg1"/>
                </a:solidFill>
                <a:latin typeface="Sarabun" panose="00000500000000000000" pitchFamily="2" charset="-34"/>
                <a:ea typeface="+mn-ea"/>
                <a:cs typeface="Sarabun" panose="00000500000000000000" pitchFamily="2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i="0" dirty="0">
                <a:solidFill>
                  <a:srgbClr val="243C5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Confidential &amp; Proprietary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9E548-AFB0-1707-8B7F-7FC34B19C546}"/>
              </a:ext>
            </a:extLst>
          </p:cNvPr>
          <p:cNvSpPr/>
          <p:nvPr userDrawn="1"/>
        </p:nvSpPr>
        <p:spPr>
          <a:xfrm>
            <a:off x="69575" y="648530"/>
            <a:ext cx="12036287" cy="613811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 dirty="0">
              <a:latin typeface="TH SarabunPSK" panose="020B0500040200020003" pitchFamily="34" charset="-34"/>
            </a:endParaRP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5D18AE61-5B03-DAD5-216A-DDC9C05B9A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1092" y="0"/>
            <a:ext cx="6849433" cy="707366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243C58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842DFE8-D5D4-3CD1-DD7B-F9788B0883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47058" y="192284"/>
            <a:ext cx="2344928" cy="2358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r">
              <a:buNone/>
              <a:defRPr sz="1400" b="0" i="0">
                <a:solidFill>
                  <a:sysClr val="windowText" lastClr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pPr lvl="0"/>
            <a:r>
              <a:rPr lang="en-US" dirty="0"/>
              <a:t>Group Name</a:t>
            </a:r>
          </a:p>
        </p:txBody>
      </p:sp>
    </p:spTree>
    <p:extLst>
      <p:ext uri="{BB962C8B-B14F-4D97-AF65-F5344CB8AC3E}">
        <p14:creationId xmlns:p14="http://schemas.microsoft.com/office/powerpoint/2010/main" val="3746297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62BA-4DCF-4938-CC6D-DB3025754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A4BD6-90E4-B5B6-C49E-FB569B7D5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5A6E8-8E6C-52BA-434A-D5A0B3D2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5E87-569F-7E4C-A176-759026202BBE}" type="datetimeFigureOut">
              <a:rPr lang="en-TH" smtClean="0"/>
              <a:t>08/27/2026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D208-D964-8EC0-F986-DBD9354B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A1210-3CFB-8B6C-67C4-6DDBE640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E04E-3045-6342-9A1E-EDAEA85C2D5E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09985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6806142" y="0"/>
            <a:ext cx="5385858" cy="5623116"/>
          </a:xfrm>
          <a:custGeom>
            <a:avLst/>
            <a:gdLst>
              <a:gd name="connsiteX0" fmla="*/ 8078787 w 8078787"/>
              <a:gd name="connsiteY0" fmla="*/ 4519329 h 8435976"/>
              <a:gd name="connsiteX1" fmla="*/ 8078787 w 8078787"/>
              <a:gd name="connsiteY1" fmla="*/ 5841853 h 8435976"/>
              <a:gd name="connsiteX2" fmla="*/ 4866662 w 8078787"/>
              <a:gd name="connsiteY2" fmla="*/ 8300809 h 8435976"/>
              <a:gd name="connsiteX3" fmla="*/ 4229323 w 8078787"/>
              <a:gd name="connsiteY3" fmla="*/ 7464987 h 8435976"/>
              <a:gd name="connsiteX4" fmla="*/ 8078787 w 8078787"/>
              <a:gd name="connsiteY4" fmla="*/ 2970482 h 8435976"/>
              <a:gd name="connsiteX5" fmla="*/ 8078787 w 8078787"/>
              <a:gd name="connsiteY5" fmla="*/ 4292135 h 8435976"/>
              <a:gd name="connsiteX6" fmla="*/ 3046830 w 8078787"/>
              <a:gd name="connsiteY6" fmla="*/ 8143380 h 8435976"/>
              <a:gd name="connsiteX7" fmla="*/ 2409491 w 8078787"/>
              <a:gd name="connsiteY7" fmla="*/ 7307605 h 8435976"/>
              <a:gd name="connsiteX8" fmla="*/ 8078787 w 8078787"/>
              <a:gd name="connsiteY8" fmla="*/ 1421633 h 8435976"/>
              <a:gd name="connsiteX9" fmla="*/ 8078787 w 8078787"/>
              <a:gd name="connsiteY9" fmla="*/ 2743879 h 8435976"/>
              <a:gd name="connsiteX10" fmla="*/ 636669 w 8078787"/>
              <a:gd name="connsiteY10" fmla="*/ 8435976 h 8435976"/>
              <a:gd name="connsiteX11" fmla="*/ 0 w 8078787"/>
              <a:gd name="connsiteY11" fmla="*/ 7601125 h 8435976"/>
              <a:gd name="connsiteX12" fmla="*/ 7912679 w 8078787"/>
              <a:gd name="connsiteY12" fmla="*/ 0 h 8435976"/>
              <a:gd name="connsiteX13" fmla="*/ 8078787 w 8078787"/>
              <a:gd name="connsiteY13" fmla="*/ 0 h 8435976"/>
              <a:gd name="connsiteX14" fmla="*/ 8078787 w 8078787"/>
              <a:gd name="connsiteY14" fmla="*/ 1194886 h 8435976"/>
              <a:gd name="connsiteX15" fmla="*/ 1045079 w 8078787"/>
              <a:gd name="connsiteY15" fmla="*/ 6575450 h 8435976"/>
              <a:gd name="connsiteX16" fmla="*/ 408469 w 8078787"/>
              <a:gd name="connsiteY16" fmla="*/ 5739110 h 8435976"/>
              <a:gd name="connsiteX17" fmla="*/ 5888031 w 8078787"/>
              <a:gd name="connsiteY17" fmla="*/ 0 h 8435976"/>
              <a:gd name="connsiteX18" fmla="*/ 7616279 w 8078787"/>
              <a:gd name="connsiteY18" fmla="*/ 0 h 8435976"/>
              <a:gd name="connsiteX19" fmla="*/ 1230104 w 8078787"/>
              <a:gd name="connsiteY19" fmla="*/ 4886665 h 8435976"/>
              <a:gd name="connsiteX20" fmla="*/ 594426 w 8078787"/>
              <a:gd name="connsiteY20" fmla="*/ 4050882 h 8435976"/>
              <a:gd name="connsiteX21" fmla="*/ 3861909 w 8078787"/>
              <a:gd name="connsiteY21" fmla="*/ 0 h 8435976"/>
              <a:gd name="connsiteX22" fmla="*/ 5591417 w 8078787"/>
              <a:gd name="connsiteY22" fmla="*/ 0 h 8435976"/>
              <a:gd name="connsiteX23" fmla="*/ 1130939 w 8078787"/>
              <a:gd name="connsiteY23" fmla="*/ 3412555 h 8435976"/>
              <a:gd name="connsiteX24" fmla="*/ 494295 w 8078787"/>
              <a:gd name="connsiteY24" fmla="*/ 2577509 h 8435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078787" h="8435976">
                <a:moveTo>
                  <a:pt x="8078787" y="4519329"/>
                </a:moveTo>
                <a:lnTo>
                  <a:pt x="8078787" y="5841853"/>
                </a:lnTo>
                <a:lnTo>
                  <a:pt x="4866662" y="8300809"/>
                </a:lnTo>
                <a:lnTo>
                  <a:pt x="4229323" y="7464987"/>
                </a:lnTo>
                <a:close/>
                <a:moveTo>
                  <a:pt x="8078787" y="2970482"/>
                </a:moveTo>
                <a:lnTo>
                  <a:pt x="8078787" y="4292135"/>
                </a:lnTo>
                <a:lnTo>
                  <a:pt x="3046830" y="8143380"/>
                </a:lnTo>
                <a:lnTo>
                  <a:pt x="2409491" y="7307605"/>
                </a:lnTo>
                <a:close/>
                <a:moveTo>
                  <a:pt x="8078787" y="1421633"/>
                </a:moveTo>
                <a:lnTo>
                  <a:pt x="8078787" y="2743879"/>
                </a:lnTo>
                <a:lnTo>
                  <a:pt x="636669" y="8435976"/>
                </a:lnTo>
                <a:lnTo>
                  <a:pt x="0" y="7601125"/>
                </a:lnTo>
                <a:close/>
                <a:moveTo>
                  <a:pt x="7912679" y="0"/>
                </a:moveTo>
                <a:lnTo>
                  <a:pt x="8078787" y="0"/>
                </a:lnTo>
                <a:lnTo>
                  <a:pt x="8078787" y="1194886"/>
                </a:lnTo>
                <a:lnTo>
                  <a:pt x="1045079" y="6575450"/>
                </a:lnTo>
                <a:lnTo>
                  <a:pt x="408469" y="5739110"/>
                </a:lnTo>
                <a:close/>
                <a:moveTo>
                  <a:pt x="5888031" y="0"/>
                </a:moveTo>
                <a:lnTo>
                  <a:pt x="7616279" y="0"/>
                </a:lnTo>
                <a:lnTo>
                  <a:pt x="1230104" y="4886665"/>
                </a:lnTo>
                <a:lnTo>
                  <a:pt x="594426" y="4050882"/>
                </a:lnTo>
                <a:close/>
                <a:moveTo>
                  <a:pt x="3861909" y="0"/>
                </a:moveTo>
                <a:lnTo>
                  <a:pt x="5591417" y="0"/>
                </a:lnTo>
                <a:lnTo>
                  <a:pt x="1130939" y="3412555"/>
                </a:lnTo>
                <a:lnTo>
                  <a:pt x="494295" y="2577509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1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8667261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D6EE632-3297-6305-C5CC-FE7E390D213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Placeholder 1">
            <a:extLst>
              <a:ext uri="{FF2B5EF4-FFF2-40B4-BE49-F238E27FC236}">
                <a16:creationId xmlns:a16="http://schemas.microsoft.com/office/drawing/2014/main" id="{8FF7BA90-4317-D1DB-D50B-3CB9A5A3A5DD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LID4096" altLang="en-US"/>
          </a:p>
        </p:txBody>
      </p:sp>
      <p:sp>
        <p:nvSpPr>
          <p:cNvPr id="2052" name="Text Placeholder 2">
            <a:extLst>
              <a:ext uri="{FF2B5EF4-FFF2-40B4-BE49-F238E27FC236}">
                <a16:creationId xmlns:a16="http://schemas.microsoft.com/office/drawing/2014/main" id="{FA62B890-4D4D-BB01-2D87-75CB60B72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LID4096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6342A91-5A74-F511-7587-E9C49E5BA9D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TH" sz="1200" b="0" i="0" u="none" strike="noStrike" kern="1200" cap="none" spc="0" baseline="0">
                <a:solidFill>
                  <a:srgbClr val="898989"/>
                </a:solidFill>
                <a:uFillTx/>
                <a:latin typeface="Prompt" pitchFamily="2"/>
                <a:cs typeface="Prompt" pitchFamily="2"/>
              </a:defRPr>
            </a:lvl1pPr>
          </a:lstStyle>
          <a:p>
            <a:pPr>
              <a:defRPr/>
            </a:pPr>
            <a:fld id="{E1D8C675-62F6-4A69-B78E-E72266F9424A}" type="datetime1">
              <a:rPr lang="LID4096"/>
              <a:pPr>
                <a:defRPr/>
              </a:pPr>
              <a:t>08/27/2026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2B16912-0854-C38C-9BF0-1D67F76E344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TH" sz="1200" b="0" i="0" u="none" strike="noStrike" kern="1200" cap="none" spc="0" baseline="0">
                <a:solidFill>
                  <a:srgbClr val="898989"/>
                </a:solidFill>
                <a:uFillTx/>
                <a:latin typeface="Prompt" pitchFamily="2"/>
                <a:cs typeface="Prompt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D16CCA-2D49-1BDD-CB19-EF65A61226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pPr>
              <a:defRPr/>
            </a:pPr>
            <a:fld id="{628A7DA6-20F5-4F16-A848-2A6924C5BADB}" type="slidenum">
              <a:rPr lang="LID4096" altLang="en-US"/>
              <a:pPr>
                <a:defRPr/>
              </a:pPr>
              <a:t>‹#›</a:t>
            </a:fld>
            <a:endParaRPr lang="LID4096" altLang="en-US"/>
          </a:p>
        </p:txBody>
      </p:sp>
    </p:spTree>
    <p:extLst>
      <p:ext uri="{BB962C8B-B14F-4D97-AF65-F5344CB8AC3E}">
        <p14:creationId xmlns:p14="http://schemas.microsoft.com/office/powerpoint/2010/main" val="248881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lang="en-US" sz="3600" kern="1200">
          <a:solidFill>
            <a:srgbClr val="000000"/>
          </a:solidFill>
          <a:latin typeface="Prompt Medium" pitchFamily="2"/>
          <a:cs typeface="Prompt Medium" pitchFamily="2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5pPr>
      <a:lvl6pPr marL="457200" algn="l" rtl="0" eaLnBrk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6pPr>
      <a:lvl7pPr marL="914400" algn="l" rtl="0" eaLnBrk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7pPr>
      <a:lvl8pPr marL="1371600" algn="l" rtl="0" eaLnBrk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8pPr>
      <a:lvl9pPr marL="1828800" algn="l" rtl="0" eaLnBrk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Prompt Medium" panose="00000600000000000000" pitchFamily="2" charset="-34"/>
          <a:cs typeface="Prompt Medium" panose="00000600000000000000" pitchFamily="2" charset="-34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•"/>
        <a:defRPr lang="en-US" sz="2000" kern="1200">
          <a:solidFill>
            <a:srgbClr val="000000"/>
          </a:solidFill>
          <a:latin typeface="Prompt" pitchFamily="2"/>
          <a:cs typeface="Prompt" pitchFamily="2"/>
        </a:defRPr>
      </a:lvl1pPr>
      <a:lvl2pPr marL="685800" lvl="1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Font typeface="Arial" panose="020B0604020202020204" pitchFamily="34" charset="0"/>
        <a:buChar char="•"/>
        <a:defRPr lang="en-US" sz="2000" kern="1200">
          <a:solidFill>
            <a:srgbClr val="000000"/>
          </a:solidFill>
          <a:latin typeface="Prompt" pitchFamily="2"/>
          <a:cs typeface="Prompt" pitchFamily="2"/>
        </a:defRPr>
      </a:lvl2pPr>
      <a:lvl3pPr marL="1143000" lvl="2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Font typeface="Arial" panose="020B0604020202020204" pitchFamily="34" charset="0"/>
        <a:buChar char="•"/>
        <a:defRPr lang="en-US" sz="2000" kern="1200">
          <a:solidFill>
            <a:srgbClr val="000000"/>
          </a:solidFill>
          <a:latin typeface="Prompt" pitchFamily="2"/>
          <a:cs typeface="Prompt" pitchFamily="2"/>
        </a:defRPr>
      </a:lvl3pPr>
      <a:lvl4pPr marL="1600200" lvl="3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Font typeface="Arial" panose="020B0604020202020204" pitchFamily="34" charset="0"/>
        <a:buChar char="•"/>
        <a:defRPr lang="en-US" sz="2000" kern="1200">
          <a:solidFill>
            <a:srgbClr val="000000"/>
          </a:solidFill>
          <a:latin typeface="Prompt" pitchFamily="2"/>
          <a:cs typeface="Prompt" pitchFamily="2"/>
        </a:defRPr>
      </a:lvl4pPr>
      <a:lvl5pPr marL="2057400" lvl="4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SzPct val="100000"/>
        <a:buFont typeface="Arial" panose="020B0604020202020204" pitchFamily="34" charset="0"/>
        <a:buChar char="•"/>
        <a:defRPr lang="en-US" sz="2000" kern="1200">
          <a:solidFill>
            <a:srgbClr val="000000"/>
          </a:solidFill>
          <a:latin typeface="Prompt" pitchFamily="2"/>
          <a:cs typeface="Prompt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1.svg"/><Relationship Id="rId7" Type="http://schemas.openxmlformats.org/officeDocument/2006/relationships/image" Target="../media/image1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689BF-D439-BB01-9F25-44D012EE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14">
            <a:extLst>
              <a:ext uri="{FF2B5EF4-FFF2-40B4-BE49-F238E27FC236}">
                <a16:creationId xmlns:a16="http://schemas.microsoft.com/office/drawing/2014/main" id="{06A0144E-C2C5-1929-0715-EC27B8345448}"/>
              </a:ext>
            </a:extLst>
          </p:cNvPr>
          <p:cNvSpPr/>
          <p:nvPr/>
        </p:nvSpPr>
        <p:spPr>
          <a:xfrm>
            <a:off x="332053" y="303268"/>
            <a:ext cx="9275822" cy="708153"/>
          </a:xfrm>
          <a:custGeom>
            <a:avLst/>
            <a:gdLst/>
            <a:ahLst/>
            <a:cxnLst/>
            <a:rect l="l" t="t" r="r" b="b"/>
            <a:pathLst>
              <a:path w="1970117" h="279764">
                <a:moveTo>
                  <a:pt x="16560" y="0"/>
                </a:moveTo>
                <a:lnTo>
                  <a:pt x="1953557" y="0"/>
                </a:lnTo>
                <a:cubicBezTo>
                  <a:pt x="1957949" y="0"/>
                  <a:pt x="1962161" y="1745"/>
                  <a:pt x="1965267" y="4850"/>
                </a:cubicBezTo>
                <a:cubicBezTo>
                  <a:pt x="1968372" y="7956"/>
                  <a:pt x="1970117" y="12168"/>
                  <a:pt x="1970117" y="16560"/>
                </a:cubicBezTo>
                <a:lnTo>
                  <a:pt x="1970117" y="263204"/>
                </a:lnTo>
                <a:cubicBezTo>
                  <a:pt x="1970117" y="267596"/>
                  <a:pt x="1968372" y="271808"/>
                  <a:pt x="1965267" y="274914"/>
                </a:cubicBezTo>
                <a:cubicBezTo>
                  <a:pt x="1962161" y="278019"/>
                  <a:pt x="1957949" y="279764"/>
                  <a:pt x="1953557" y="279764"/>
                </a:cubicBezTo>
                <a:lnTo>
                  <a:pt x="16560" y="279764"/>
                </a:lnTo>
                <a:cubicBezTo>
                  <a:pt x="12168" y="279764"/>
                  <a:pt x="7956" y="278019"/>
                  <a:pt x="4850" y="274914"/>
                </a:cubicBezTo>
                <a:cubicBezTo>
                  <a:pt x="1745" y="271808"/>
                  <a:pt x="0" y="267596"/>
                  <a:pt x="0" y="263204"/>
                </a:cubicBezTo>
                <a:lnTo>
                  <a:pt x="0" y="16560"/>
                </a:lnTo>
                <a:cubicBezTo>
                  <a:pt x="0" y="12168"/>
                  <a:pt x="1745" y="7956"/>
                  <a:pt x="4850" y="4850"/>
                </a:cubicBezTo>
                <a:cubicBezTo>
                  <a:pt x="7956" y="1745"/>
                  <a:pt x="12168" y="0"/>
                  <a:pt x="16560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PSK" panose="020B0500040200020003" pitchFamily="34" charset="-34"/>
              <a:ea typeface="+mn-ea"/>
              <a:cs typeface="+mn-cs"/>
            </a:endParaRPr>
          </a:p>
        </p:txBody>
      </p:sp>
      <p:sp>
        <p:nvSpPr>
          <p:cNvPr id="337" name="Title 1">
            <a:extLst>
              <a:ext uri="{FF2B5EF4-FFF2-40B4-BE49-F238E27FC236}">
                <a16:creationId xmlns:a16="http://schemas.microsoft.com/office/drawing/2014/main" id="{0C711064-F721-F32E-22D0-5E3629F5ED92}"/>
              </a:ext>
            </a:extLst>
          </p:cNvPr>
          <p:cNvSpPr txBox="1">
            <a:spLocks/>
          </p:cNvSpPr>
          <p:nvPr/>
        </p:nvSpPr>
        <p:spPr>
          <a:xfrm>
            <a:off x="445069" y="467700"/>
            <a:ext cx="8969519" cy="59588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3600" kern="1200">
                <a:solidFill>
                  <a:srgbClr val="000000"/>
                </a:solidFill>
                <a:latin typeface="Prompt Medium" pitchFamily="2"/>
                <a:cs typeface="Prompt Medium" pitchFamily="2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5pPr>
            <a:lvl6pPr marL="4572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6pPr>
            <a:lvl7pPr marL="9144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7pPr>
            <a:lvl8pPr marL="13716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8pPr>
            <a:lvl9pPr marL="18288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>ชื่อการนำเสนอ (Presentation Title)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445069" y="1500000"/>
            <a:ext cx="9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Prompt"/>
              </a:rPr>
              <a:t>หัวข้อย่อย หรือคำอธิบายสั้น ๆ ของการนำเสนอ (Subtitle)</a:t>
            </a:r>
          </a:p>
        </p:txBody>
      </p:sp>
    </p:spTree>
    <p:extLst>
      <p:ext uri="{BB962C8B-B14F-4D97-AF65-F5344CB8AC3E}">
        <p14:creationId xmlns:p14="http://schemas.microsoft.com/office/powerpoint/2010/main" val="3483952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FFD81-EAF2-5568-8B3A-73624B21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14">
            <a:extLst>
              <a:ext uri="{FF2B5EF4-FFF2-40B4-BE49-F238E27FC236}">
                <a16:creationId xmlns:a16="http://schemas.microsoft.com/office/drawing/2014/main" id="{2449DD9E-BBD8-D477-00B8-D23DFBCB394E}"/>
              </a:ext>
            </a:extLst>
          </p:cNvPr>
          <p:cNvSpPr/>
          <p:nvPr/>
        </p:nvSpPr>
        <p:spPr>
          <a:xfrm>
            <a:off x="332053" y="303268"/>
            <a:ext cx="9275822" cy="708153"/>
          </a:xfrm>
          <a:custGeom>
            <a:avLst/>
            <a:gdLst/>
            <a:ahLst/>
            <a:cxnLst/>
            <a:rect l="l" t="t" r="r" b="b"/>
            <a:pathLst>
              <a:path w="1970117" h="279764">
                <a:moveTo>
                  <a:pt x="16560" y="0"/>
                </a:moveTo>
                <a:lnTo>
                  <a:pt x="1953557" y="0"/>
                </a:lnTo>
                <a:cubicBezTo>
                  <a:pt x="1957949" y="0"/>
                  <a:pt x="1962161" y="1745"/>
                  <a:pt x="1965267" y="4850"/>
                </a:cubicBezTo>
                <a:cubicBezTo>
                  <a:pt x="1968372" y="7956"/>
                  <a:pt x="1970117" y="12168"/>
                  <a:pt x="1970117" y="16560"/>
                </a:cubicBezTo>
                <a:lnTo>
                  <a:pt x="1970117" y="263204"/>
                </a:lnTo>
                <a:cubicBezTo>
                  <a:pt x="1970117" y="267596"/>
                  <a:pt x="1968372" y="271808"/>
                  <a:pt x="1965267" y="274914"/>
                </a:cubicBezTo>
                <a:cubicBezTo>
                  <a:pt x="1962161" y="278019"/>
                  <a:pt x="1957949" y="279764"/>
                  <a:pt x="1953557" y="279764"/>
                </a:cubicBezTo>
                <a:lnTo>
                  <a:pt x="16560" y="279764"/>
                </a:lnTo>
                <a:cubicBezTo>
                  <a:pt x="12168" y="279764"/>
                  <a:pt x="7956" y="278019"/>
                  <a:pt x="4850" y="274914"/>
                </a:cubicBezTo>
                <a:cubicBezTo>
                  <a:pt x="1745" y="271808"/>
                  <a:pt x="0" y="267596"/>
                  <a:pt x="0" y="263204"/>
                </a:cubicBezTo>
                <a:lnTo>
                  <a:pt x="0" y="16560"/>
                </a:lnTo>
                <a:cubicBezTo>
                  <a:pt x="0" y="12168"/>
                  <a:pt x="1745" y="7956"/>
                  <a:pt x="4850" y="4850"/>
                </a:cubicBezTo>
                <a:cubicBezTo>
                  <a:pt x="7956" y="1745"/>
                  <a:pt x="12168" y="0"/>
                  <a:pt x="16560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PSK" panose="020B0500040200020003" pitchFamily="34" charset="-34"/>
              <a:ea typeface="+mn-ea"/>
              <a:cs typeface="+mn-cs"/>
            </a:endParaRPr>
          </a:p>
        </p:txBody>
      </p:sp>
      <p:sp>
        <p:nvSpPr>
          <p:cNvPr id="337" name="Title 1">
            <a:extLst>
              <a:ext uri="{FF2B5EF4-FFF2-40B4-BE49-F238E27FC236}">
                <a16:creationId xmlns:a16="http://schemas.microsoft.com/office/drawing/2014/main" id="{3451BFF3-4D7B-BC60-5E3A-6D994129E569}"/>
              </a:ext>
            </a:extLst>
          </p:cNvPr>
          <p:cNvSpPr txBox="1">
            <a:spLocks/>
          </p:cNvSpPr>
          <p:nvPr/>
        </p:nvSpPr>
        <p:spPr>
          <a:xfrm>
            <a:off x="445069" y="467700"/>
            <a:ext cx="8969519" cy="59588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3600" kern="1200">
                <a:solidFill>
                  <a:srgbClr val="000000"/>
                </a:solidFill>
                <a:latin typeface="Prompt Medium" pitchFamily="2"/>
                <a:cs typeface="Prompt Medium" pitchFamily="2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5pPr>
            <a:lvl6pPr marL="4572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6pPr>
            <a:lvl7pPr marL="9144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7pPr>
            <a:lvl8pPr marL="13716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8pPr>
            <a:lvl9pPr marL="18288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h-TH" sz="2400" dirty="0">
                <a:solidFill>
                  <a:prstClr val="white"/>
                </a:solidFill>
              </a:rPr>
              <a:t>หัวข้อสไลด์ (Slide Title)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046B2F-1292-07E6-843A-9154AFF7DC3A}"/>
              </a:ext>
            </a:extLst>
          </p:cNvPr>
          <p:cNvGrpSpPr/>
          <p:nvPr/>
        </p:nvGrpSpPr>
        <p:grpSpPr>
          <a:xfrm>
            <a:off x="332987" y="1587484"/>
            <a:ext cx="4148431" cy="4183041"/>
            <a:chOff x="10159165" y="2759454"/>
            <a:chExt cx="2585904" cy="1467419"/>
          </a:xfrm>
        </p:grpSpPr>
        <p:sp>
          <p:nvSpPr>
            <p:cNvPr id="3" name="Round Same Side Corner Rectangle 1090">
              <a:extLst>
                <a:ext uri="{FF2B5EF4-FFF2-40B4-BE49-F238E27FC236}">
                  <a16:creationId xmlns:a16="http://schemas.microsoft.com/office/drawing/2014/main" id="{F2960952-17F5-2D76-BDF5-74DF6452CDB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159165" y="2974936"/>
              <a:ext cx="2585904" cy="1251937"/>
            </a:xfrm>
            <a:prstGeom prst="round2SameRect">
              <a:avLst>
                <a:gd name="adj1" fmla="val 8288"/>
                <a:gd name="adj2" fmla="val 0"/>
              </a:avLst>
            </a:prstGeom>
            <a:solidFill>
              <a:schemeClr val="bg1"/>
            </a:solidFill>
            <a:ln>
              <a:solidFill>
                <a:srgbClr val="23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endParaRPr kumimoji="0" lang="en-TH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ound Same Side Corner Rectangle 1091">
              <a:extLst>
                <a:ext uri="{FF2B5EF4-FFF2-40B4-BE49-F238E27FC236}">
                  <a16:creationId xmlns:a16="http://schemas.microsoft.com/office/drawing/2014/main" id="{8DBC51B7-B7A9-157C-5547-8C804D197AD5}"/>
                </a:ext>
              </a:extLst>
            </p:cNvPr>
            <p:cNvSpPr>
              <a:spLocks/>
            </p:cNvSpPr>
            <p:nvPr/>
          </p:nvSpPr>
          <p:spPr>
            <a:xfrm>
              <a:off x="10159165" y="2759454"/>
              <a:ext cx="2585904" cy="228565"/>
            </a:xfrm>
            <a:prstGeom prst="round2SameRect">
              <a:avLst>
                <a:gd name="adj1" fmla="val 27188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23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ompt" panose="00000500000000000000" pitchFamily="2" charset="-34"/>
                  <a:ea typeface="Dotum" panose="020B0600000101010101" pitchFamily="34" charset="-127"/>
                  <a:cs typeface="Prompt" panose="00000500000000000000" pitchFamily="2" charset="-34"/>
                </a:rPr>
                <a:t>1. หัวข้อย่อยที่เน้น (Highlight Point)</a:t>
              </a:r>
              <a:r>
                <a:rPr kumimoji="0" lang="th-TH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ompt" panose="00000500000000000000" pitchFamily="2" charset="-34"/>
                  <a:ea typeface="Dotum" panose="020B0600000101010101" pitchFamily="34" charset="-127"/>
                  <a:cs typeface="Prompt" panose="00000500000000000000" pitchFamily="2" charset="-34"/>
                </a:rPr>
                <a:t/>
              </a:r>
              <a:endParaRPr kumimoji="0" lang="en-TH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" panose="00000500000000000000" pitchFamily="2" charset="-34"/>
                <a:ea typeface="Dotum" panose="020B0600000101010101" pitchFamily="34" charset="-127"/>
                <a:cs typeface="Prompt" panose="00000500000000000000" pitchFamily="2" charset="-34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6F284B5-FB63-33CF-1751-03CC595A0AB2}"/>
              </a:ext>
            </a:extLst>
          </p:cNvPr>
          <p:cNvSpPr txBox="1"/>
          <p:nvPr/>
        </p:nvSpPr>
        <p:spPr>
          <a:xfrm>
            <a:off x="611239" y="2484184"/>
            <a:ext cx="359112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รายละเอียดข้อที่ 1: </a:t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[คำอธิบายหลักของหัวข้อย่อยนี้]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รายละเอียดข้อที่ 2: </a:t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[รายละเอียดเพิ่มเติมข้อที่ 1]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รายละเอียดข้อที่ 3: </a:t>
            </a:r>
            <a:r>
              <a:rPr kumimoji="0" lang="th-T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[รายละเอียดเพิ่มเติมข้อที่ 2]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357" name="Rounded Rectangle 356"/>
          <p:cNvSpPr/>
          <p:nvPr/>
        </p:nvSpPr>
        <p:spPr>
          <a:xfrm>
            <a:off x="4867275" y="1228017"/>
            <a:ext cx="6720000" cy="4993320"/>
          </a:xfrm>
          <a:prstGeom prst="roundRect">
            <a:avLst/>
          </a:prstGeom>
          <a:noFill/>
          <a:ln w="15875">
            <a:solidFill>
              <a:srgbClr val="B0B0B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8C8C8C"/>
                </a:solidFill>
                <a:latin typeface="Prompt"/>
              </a:rPr>
              <a:t>พื้นที่สำหรับแผนภาพ / รูปภาพประกอบ</a:t>
            </a:r>
          </a:p>
          <a:p>
            <a:pPr algn="ctr"/>
            <a:r>
              <a:rPr sz="1400">
                <a:solidFill>
                  <a:srgbClr val="8C8C8C"/>
                </a:solidFill>
                <a:latin typeface="Prompt"/>
              </a:rPr>
              <a:t>(Diagram / Image Placeholder)</a:t>
            </a:r>
          </a:p>
        </p:txBody>
      </p:sp>
    </p:spTree>
    <p:extLst>
      <p:ext uri="{BB962C8B-B14F-4D97-AF65-F5344CB8AC3E}">
        <p14:creationId xmlns:p14="http://schemas.microsoft.com/office/powerpoint/2010/main" val="396400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689BF-D439-BB01-9F25-44D012EE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14">
            <a:extLst>
              <a:ext uri="{FF2B5EF4-FFF2-40B4-BE49-F238E27FC236}">
                <a16:creationId xmlns:a16="http://schemas.microsoft.com/office/drawing/2014/main" id="{06A0144E-C2C5-1929-0715-EC27B8345448}"/>
              </a:ext>
            </a:extLst>
          </p:cNvPr>
          <p:cNvSpPr/>
          <p:nvPr/>
        </p:nvSpPr>
        <p:spPr>
          <a:xfrm>
            <a:off x="332053" y="303268"/>
            <a:ext cx="9275822" cy="708153"/>
          </a:xfrm>
          <a:custGeom>
            <a:avLst/>
            <a:gdLst/>
            <a:ahLst/>
            <a:cxnLst/>
            <a:rect l="l" t="t" r="r" b="b"/>
            <a:pathLst>
              <a:path w="1970117" h="279764">
                <a:moveTo>
                  <a:pt x="16560" y="0"/>
                </a:moveTo>
                <a:lnTo>
                  <a:pt x="1953557" y="0"/>
                </a:lnTo>
                <a:cubicBezTo>
                  <a:pt x="1957949" y="0"/>
                  <a:pt x="1962161" y="1745"/>
                  <a:pt x="1965267" y="4850"/>
                </a:cubicBezTo>
                <a:cubicBezTo>
                  <a:pt x="1968372" y="7956"/>
                  <a:pt x="1970117" y="12168"/>
                  <a:pt x="1970117" y="16560"/>
                </a:cubicBezTo>
                <a:lnTo>
                  <a:pt x="1970117" y="263204"/>
                </a:lnTo>
                <a:cubicBezTo>
                  <a:pt x="1970117" y="267596"/>
                  <a:pt x="1968372" y="271808"/>
                  <a:pt x="1965267" y="274914"/>
                </a:cubicBezTo>
                <a:cubicBezTo>
                  <a:pt x="1962161" y="278019"/>
                  <a:pt x="1957949" y="279764"/>
                  <a:pt x="1953557" y="279764"/>
                </a:cubicBezTo>
                <a:lnTo>
                  <a:pt x="16560" y="279764"/>
                </a:lnTo>
                <a:cubicBezTo>
                  <a:pt x="12168" y="279764"/>
                  <a:pt x="7956" y="278019"/>
                  <a:pt x="4850" y="274914"/>
                </a:cubicBezTo>
                <a:cubicBezTo>
                  <a:pt x="1745" y="271808"/>
                  <a:pt x="0" y="267596"/>
                  <a:pt x="0" y="263204"/>
                </a:cubicBezTo>
                <a:lnTo>
                  <a:pt x="0" y="16560"/>
                </a:lnTo>
                <a:cubicBezTo>
                  <a:pt x="0" y="12168"/>
                  <a:pt x="1745" y="7956"/>
                  <a:pt x="4850" y="4850"/>
                </a:cubicBezTo>
                <a:cubicBezTo>
                  <a:pt x="7956" y="1745"/>
                  <a:pt x="12168" y="0"/>
                  <a:pt x="16560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PSK" panose="020B0500040200020003" pitchFamily="34" charset="-34"/>
              <a:ea typeface="+mn-ea"/>
              <a:cs typeface="+mn-cs"/>
            </a:endParaRPr>
          </a:p>
        </p:txBody>
      </p:sp>
      <p:sp>
        <p:nvSpPr>
          <p:cNvPr id="337" name="Title 1">
            <a:extLst>
              <a:ext uri="{FF2B5EF4-FFF2-40B4-BE49-F238E27FC236}">
                <a16:creationId xmlns:a16="http://schemas.microsoft.com/office/drawing/2014/main" id="{0C711064-F721-F32E-22D0-5E3629F5ED92}"/>
              </a:ext>
            </a:extLst>
          </p:cNvPr>
          <p:cNvSpPr txBox="1">
            <a:spLocks/>
          </p:cNvSpPr>
          <p:nvPr/>
        </p:nvSpPr>
        <p:spPr>
          <a:xfrm>
            <a:off x="445069" y="467700"/>
            <a:ext cx="8969519" cy="59588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3600" kern="1200">
                <a:solidFill>
                  <a:srgbClr val="000000"/>
                </a:solidFill>
                <a:latin typeface="Prompt Medium" pitchFamily="2"/>
                <a:cs typeface="Prompt Medium" pitchFamily="2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5pPr>
            <a:lvl6pPr marL="4572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6pPr>
            <a:lvl7pPr marL="9144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7pPr>
            <a:lvl8pPr marL="13716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8pPr>
            <a:lvl9pPr marL="18288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>หัวข้อเนื้อหา (Content Title)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/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4CA3EB-51D3-DFDE-936E-1F892222FD3F}"/>
              </a:ext>
            </a:extLst>
          </p:cNvPr>
          <p:cNvGrpSpPr/>
          <p:nvPr/>
        </p:nvGrpSpPr>
        <p:grpSpPr>
          <a:xfrm>
            <a:off x="768822" y="1228017"/>
            <a:ext cx="10349256" cy="4993320"/>
            <a:chOff x="10159165" y="2759454"/>
            <a:chExt cx="2585904" cy="1751664"/>
          </a:xfrm>
        </p:grpSpPr>
        <p:sp>
          <p:nvSpPr>
            <p:cNvPr id="3" name="Round Same Side Corner Rectangle 1090">
              <a:extLst>
                <a:ext uri="{FF2B5EF4-FFF2-40B4-BE49-F238E27FC236}">
                  <a16:creationId xmlns:a16="http://schemas.microsoft.com/office/drawing/2014/main" id="{77791FAD-9F15-866C-40B5-EA933CF5B874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159165" y="2881998"/>
              <a:ext cx="2585904" cy="1629120"/>
            </a:xfrm>
            <a:prstGeom prst="round2SameRect">
              <a:avLst>
                <a:gd name="adj1" fmla="val 8288"/>
                <a:gd name="adj2" fmla="val 0"/>
              </a:avLst>
            </a:prstGeom>
            <a:solidFill>
              <a:schemeClr val="bg1"/>
            </a:solidFill>
            <a:ln>
              <a:solidFill>
                <a:srgbClr val="23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endParaRPr kumimoji="0" lang="en-TH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ound Same Side Corner Rectangle 1091">
              <a:extLst>
                <a:ext uri="{FF2B5EF4-FFF2-40B4-BE49-F238E27FC236}">
                  <a16:creationId xmlns:a16="http://schemas.microsoft.com/office/drawing/2014/main" id="{8EEA9138-DB20-4816-4D69-64C2CA2C8CF7}"/>
                </a:ext>
              </a:extLst>
            </p:cNvPr>
            <p:cNvSpPr>
              <a:spLocks/>
            </p:cNvSpPr>
            <p:nvPr/>
          </p:nvSpPr>
          <p:spPr>
            <a:xfrm>
              <a:off x="10159165" y="2759454"/>
              <a:ext cx="2585904" cy="122017"/>
            </a:xfrm>
            <a:prstGeom prst="round2SameRect">
              <a:avLst>
                <a:gd name="adj1" fmla="val 27188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23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H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" panose="00000500000000000000" pitchFamily="2" charset="-34"/>
                <a:ea typeface="Dotum" panose="020B0600000101010101" pitchFamily="34" charset="-127"/>
                <a:cs typeface="Prompt" panose="00000500000000000000" pitchFamily="2" charset="-34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827198-42CE-6165-BAA4-24E76192EFC5}"/>
              </a:ext>
            </a:extLst>
          </p:cNvPr>
          <p:cNvSpPr txBox="1"/>
          <p:nvPr/>
        </p:nvSpPr>
        <p:spPr>
          <a:xfrm>
            <a:off x="1012891" y="1975736"/>
            <a:ext cx="898568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1. หัวข้อย่อยที่หนึ่ง (First Key Point)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h-T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จุดเด่น: </a:t>
            </a:r>
            <a:r>
              <a:rPr kumimoji="0" lang="th-TH" sz="1200" i="0" u="none" strike="noStrike" kern="1200" cap="none" spc="0" normalizeH="0" baseline="0" noProof="0" dirty="0" b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[อธิบายจุดเด่นของหัวข้อย่อยที่ 1 โดยสรุป]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h-T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ประโยชน์: </a:t>
            </a:r>
            <a:r>
              <a:rPr kumimoji="0" lang="th-TH" sz="1200" i="0" u="none" strike="noStrike" kern="1200" cap="none" spc="0" normalizeH="0" baseline="0" noProof="0" dirty="0" b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[อธิบายประโยชน์ที่ได้รับจากหัวข้อย่อยที่ 1]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2. หัวข้อย่อยที่สอง (Second Key Point)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h-T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จุดเด่น: </a:t>
            </a:r>
            <a:r>
              <a:rPr kumimoji="0" lang="th-TH" sz="1200" i="0" u="none" strike="noStrike" kern="1200" cap="none" spc="0" normalizeH="0" baseline="0" noProof="0" dirty="0" b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[อธิบายจุดเด่นของหัวข้อย่อยที่ 2 โดยสรุป]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h-T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ประโยชน์: </a:t>
            </a:r>
            <a:r>
              <a:rPr kumimoji="0" lang="th-TH" sz="1200" i="0" u="none" strike="noStrike" kern="1200" cap="none" spc="0" normalizeH="0" baseline="0" noProof="0" dirty="0" b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[อธิบายประโยชน์ที่ได้รับจากหัวข้อย่อยที่ 2]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Prompt" panose="00000500000000000000" pitchFamily="2" charset="-34"/>
              <a:cs typeface="Prompt" panose="00000500000000000000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3. หัวข้อย่อยที่สาม (Third Key Point)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	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h-T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จุดเด่น: </a:t>
            </a:r>
            <a:r>
              <a:rPr kumimoji="0" lang="th-TH" sz="1200" i="0" u="none" strike="noStrike" kern="1200" cap="none" spc="0" normalizeH="0" baseline="0" noProof="0" dirty="0" b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[อธิบายจุดเด่นของหัวข้อย่อยที่ 3 โดยสรุป]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h-T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ประโยชน์: </a:t>
            </a:r>
            <a:r>
              <a:rPr kumimoji="0" lang="th-TH" sz="1200" i="0" u="none" strike="noStrike" kern="1200" cap="none" spc="0" normalizeH="0" baseline="0" noProof="0" dirty="0" b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>[อธิบายประโยชน์ที่ได้รับจากหัวข้อย่อยที่ 3]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kumimoji="0" lang="th-TH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8395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D5E2-85B0-ABDA-4967-D511B5D3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14">
            <a:extLst>
              <a:ext uri="{FF2B5EF4-FFF2-40B4-BE49-F238E27FC236}">
                <a16:creationId xmlns:a16="http://schemas.microsoft.com/office/drawing/2014/main" id="{AA97A39D-44A2-0E19-45EB-46A5C051AD54}"/>
              </a:ext>
            </a:extLst>
          </p:cNvPr>
          <p:cNvSpPr/>
          <p:nvPr/>
        </p:nvSpPr>
        <p:spPr>
          <a:xfrm>
            <a:off x="332053" y="303268"/>
            <a:ext cx="9275822" cy="708153"/>
          </a:xfrm>
          <a:custGeom>
            <a:avLst/>
            <a:gdLst/>
            <a:ahLst/>
            <a:cxnLst/>
            <a:rect l="l" t="t" r="r" b="b"/>
            <a:pathLst>
              <a:path w="1970117" h="279764">
                <a:moveTo>
                  <a:pt x="16560" y="0"/>
                </a:moveTo>
                <a:lnTo>
                  <a:pt x="1953557" y="0"/>
                </a:lnTo>
                <a:cubicBezTo>
                  <a:pt x="1957949" y="0"/>
                  <a:pt x="1962161" y="1745"/>
                  <a:pt x="1965267" y="4850"/>
                </a:cubicBezTo>
                <a:cubicBezTo>
                  <a:pt x="1968372" y="7956"/>
                  <a:pt x="1970117" y="12168"/>
                  <a:pt x="1970117" y="16560"/>
                </a:cubicBezTo>
                <a:lnTo>
                  <a:pt x="1970117" y="263204"/>
                </a:lnTo>
                <a:cubicBezTo>
                  <a:pt x="1970117" y="267596"/>
                  <a:pt x="1968372" y="271808"/>
                  <a:pt x="1965267" y="274914"/>
                </a:cubicBezTo>
                <a:cubicBezTo>
                  <a:pt x="1962161" y="278019"/>
                  <a:pt x="1957949" y="279764"/>
                  <a:pt x="1953557" y="279764"/>
                </a:cubicBezTo>
                <a:lnTo>
                  <a:pt x="16560" y="279764"/>
                </a:lnTo>
                <a:cubicBezTo>
                  <a:pt x="12168" y="279764"/>
                  <a:pt x="7956" y="278019"/>
                  <a:pt x="4850" y="274914"/>
                </a:cubicBezTo>
                <a:cubicBezTo>
                  <a:pt x="1745" y="271808"/>
                  <a:pt x="0" y="267596"/>
                  <a:pt x="0" y="263204"/>
                </a:cubicBezTo>
                <a:lnTo>
                  <a:pt x="0" y="16560"/>
                </a:lnTo>
                <a:cubicBezTo>
                  <a:pt x="0" y="12168"/>
                  <a:pt x="1745" y="7956"/>
                  <a:pt x="4850" y="4850"/>
                </a:cubicBezTo>
                <a:cubicBezTo>
                  <a:pt x="7956" y="1745"/>
                  <a:pt x="12168" y="0"/>
                  <a:pt x="16560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PSK" panose="020B0500040200020003" pitchFamily="34" charset="-34"/>
              <a:ea typeface="+mn-ea"/>
              <a:cs typeface="+mn-cs"/>
            </a:endParaRPr>
          </a:p>
        </p:txBody>
      </p:sp>
      <p:sp>
        <p:nvSpPr>
          <p:cNvPr id="337" name="Title 1">
            <a:extLst>
              <a:ext uri="{FF2B5EF4-FFF2-40B4-BE49-F238E27FC236}">
                <a16:creationId xmlns:a16="http://schemas.microsoft.com/office/drawing/2014/main" id="{CFA27F95-1049-13F8-4925-A236867F7ECF}"/>
              </a:ext>
            </a:extLst>
          </p:cNvPr>
          <p:cNvSpPr txBox="1">
            <a:spLocks/>
          </p:cNvSpPr>
          <p:nvPr/>
        </p:nvSpPr>
        <p:spPr>
          <a:xfrm>
            <a:off x="445069" y="467700"/>
            <a:ext cx="8969519" cy="59588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3600" kern="1200">
                <a:solidFill>
                  <a:srgbClr val="000000"/>
                </a:solidFill>
                <a:latin typeface="Prompt Medium" pitchFamily="2"/>
                <a:cs typeface="Prompt Medium" pitchFamily="2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5pPr>
            <a:lvl6pPr marL="4572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6pPr>
            <a:lvl7pPr marL="9144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7pPr>
            <a:lvl8pPr marL="13716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8pPr>
            <a:lvl9pPr marL="18288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9pPr>
          </a:lstStyle>
          <a:p>
            <a:pPr lvl="0">
              <a:defRPr/>
            </a:pPr>
            <a:r>
              <a:rPr lang="th-TH" sz="2400" b="1" dirty="0">
                <a:solidFill>
                  <a:prstClr val="white"/>
                </a:solidFill>
                <a:latin typeface="Prompt" panose="00000500000000000000" pitchFamily="2" charset="-34"/>
                <a:ea typeface="Dotum" panose="020B0600000101010101" pitchFamily="34" charset="-127"/>
                <a:cs typeface="Prompt" panose="00000500000000000000" pitchFamily="2" charset="-34"/>
              </a:rPr>
              <a:t>ตารางเปรียบเทียบ (Comparison Table)</a:t>
            </a:r>
            <a:r>
              <a:rPr lang="en-US" sz="2400" dirty="0">
                <a:solidFill>
                  <a:prstClr val="white"/>
                </a:solidFill>
              </a:rPr>
              <a:t/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ompt Medium" pitchFamily="2"/>
              <a:ea typeface="+mn-ea"/>
              <a:cs typeface="Prompt Medium" pitchFamily="2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9F1ADD-D5FA-7A03-7F21-BE920B46469A}"/>
              </a:ext>
            </a:extLst>
          </p:cNvPr>
          <p:cNvGrpSpPr/>
          <p:nvPr/>
        </p:nvGrpSpPr>
        <p:grpSpPr>
          <a:xfrm>
            <a:off x="768822" y="1228019"/>
            <a:ext cx="10349256" cy="4984774"/>
            <a:chOff x="10159165" y="2759454"/>
            <a:chExt cx="2585904" cy="1625753"/>
          </a:xfrm>
        </p:grpSpPr>
        <p:sp>
          <p:nvSpPr>
            <p:cNvPr id="3" name="Round Same Side Corner Rectangle 1090">
              <a:extLst>
                <a:ext uri="{FF2B5EF4-FFF2-40B4-BE49-F238E27FC236}">
                  <a16:creationId xmlns:a16="http://schemas.microsoft.com/office/drawing/2014/main" id="{80B29D34-EF09-F63C-C1A6-34A759EC65D2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0159165" y="2881998"/>
              <a:ext cx="2585904" cy="1503209"/>
            </a:xfrm>
            <a:prstGeom prst="round2SameRect">
              <a:avLst>
                <a:gd name="adj1" fmla="val 8288"/>
                <a:gd name="adj2" fmla="val 0"/>
              </a:avLst>
            </a:prstGeom>
            <a:solidFill>
              <a:schemeClr val="bg1"/>
            </a:solidFill>
            <a:ln>
              <a:solidFill>
                <a:srgbClr val="23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r>
                <a:rPr lang="en-TH" dirty="0">
                  <a:solidFill>
                    <a:srgbClr val="FFFFFF"/>
                  </a:solidFill>
                </a:rPr>
                <a:t/>
              </a:r>
              <a:r>
                <a:rPr lang="th-TH" dirty="0">
                  <a:solidFill>
                    <a:srgbClr val="FFFFFF"/>
                  </a:solidFill>
                </a:rPr>
                <a:t/>
              </a:r>
              <a:endParaRPr kumimoji="0" lang="en-TH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ound Same Side Corner Rectangle 1091">
              <a:extLst>
                <a:ext uri="{FF2B5EF4-FFF2-40B4-BE49-F238E27FC236}">
                  <a16:creationId xmlns:a16="http://schemas.microsoft.com/office/drawing/2014/main" id="{E4BAA9A7-BBC8-BEE7-537B-97B6A8F640DB}"/>
                </a:ext>
              </a:extLst>
            </p:cNvPr>
            <p:cNvSpPr>
              <a:spLocks/>
            </p:cNvSpPr>
            <p:nvPr/>
          </p:nvSpPr>
          <p:spPr>
            <a:xfrm>
              <a:off x="10159165" y="2759454"/>
              <a:ext cx="2585904" cy="122017"/>
            </a:xfrm>
            <a:prstGeom prst="round2SameRect">
              <a:avLst>
                <a:gd name="adj1" fmla="val 27188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23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th-TH" sz="1200" b="1" dirty="0">
                  <a:solidFill>
                    <a:prstClr val="white"/>
                  </a:solidFill>
                  <a:latin typeface="Prompt" panose="00000500000000000000" pitchFamily="2" charset="-34"/>
                  <a:ea typeface="Dotum" panose="020B0600000101010101" pitchFamily="34" charset="-127"/>
                  <a:cs typeface="Prompt" panose="00000500000000000000" pitchFamily="2" charset="-34"/>
                </a:rPr>
                <a:t>ตารางเปรียบเทียบ: หัวข้อเปรียบเทียบระหว่างตัวเลือก A และตัวเลือก B</a:t>
              </a:r>
              <a:r>
                <a:rPr lang="en-TH" sz="1200" b="1" dirty="0">
                  <a:solidFill>
                    <a:prstClr val="white"/>
                  </a:solidFill>
                  <a:latin typeface="Prompt" panose="00000500000000000000" pitchFamily="2" charset="-34"/>
                  <a:ea typeface="Dotum" panose="020B0600000101010101" pitchFamily="34" charset="-127"/>
                  <a:cs typeface="Prompt" panose="00000500000000000000" pitchFamily="2" charset="-34"/>
                </a:rPr>
                <a:t/>
              </a:r>
              <a:endParaRPr kumimoji="0" lang="en-TH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" panose="00000500000000000000" pitchFamily="2" charset="-34"/>
                <a:ea typeface="Dotum" panose="020B0600000101010101" pitchFamily="34" charset="-127"/>
                <a:cs typeface="Prompt" panose="00000500000000000000" pitchFamily="2" charset="-34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F9A1B4-4B30-8C82-DDC9-73136B050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027044"/>
              </p:ext>
            </p:extLst>
          </p:nvPr>
        </p:nvGraphicFramePr>
        <p:xfrm>
          <a:off x="1092287" y="1792441"/>
          <a:ext cx="9702325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815">
                  <a:extLst>
                    <a:ext uri="{9D8B030D-6E8A-4147-A177-3AD203B41FA5}">
                      <a16:colId xmlns:a16="http://schemas.microsoft.com/office/drawing/2014/main" val="2862886855"/>
                    </a:ext>
                  </a:extLst>
                </a:gridCol>
                <a:gridCol w="3793358">
                  <a:extLst>
                    <a:ext uri="{9D8B030D-6E8A-4147-A177-3AD203B41FA5}">
                      <a16:colId xmlns:a16="http://schemas.microsoft.com/office/drawing/2014/main" val="3352744247"/>
                    </a:ext>
                  </a:extLst>
                </a:gridCol>
                <a:gridCol w="3804152">
                  <a:extLst>
                    <a:ext uri="{9D8B030D-6E8A-4147-A177-3AD203B41FA5}">
                      <a16:colId xmlns:a16="http://schemas.microsoft.com/office/drawing/2014/main" val="4151146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h-T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หัวข้อเปรียบเทียบ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b="1" dirty="0">
                          <a:solidFill>
                            <a:prstClr val="white"/>
                          </a:solidFill>
                          <a:latin typeface="Prompt" panose="00000500000000000000" pitchFamily="2" charset="-34"/>
                          <a:ea typeface="Dotum" panose="020B0600000101010101" pitchFamily="34" charset="-127"/>
                          <a:cs typeface="Prompt" panose="00000500000000000000" pitchFamily="2" charset="-34"/>
                        </a:rPr>
                        <a:t>ตัวเลือก A (Option A)</a:t>
                      </a:r>
                      <a:endParaRPr lang="en-US" sz="1200" dirty="0"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b="1" dirty="0">
                          <a:solidFill>
                            <a:prstClr val="white"/>
                          </a:solidFill>
                          <a:latin typeface="Prompt" panose="00000500000000000000" pitchFamily="2" charset="-34"/>
                          <a:ea typeface="Dotum" panose="020B0600000101010101" pitchFamily="34" charset="-127"/>
                          <a:cs typeface="Prompt" panose="00000500000000000000" pitchFamily="2" charset="-34"/>
                        </a:rPr>
                        <a:t>ตัวเลือก B (Option B)</a:t>
                      </a:r>
                      <a:endParaRPr lang="en-US" sz="1200" dirty="0"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3361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1. หัวข้อย่อยที่ 1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1]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1]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214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2. หัวข้อย่อยที่ 2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2]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2]</a:t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3600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3. หัวข้อย่อยที่ 3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3]</a:t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3]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266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4. หัวข้อย่อยที่ 4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/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4]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4]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897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5. หัวข้อย่อยที่ 5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5]</a:t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5]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3776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6. หัวข้อย่อยที่ 6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6]</a:t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6]</a:t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th-TH" sz="900" b="1" i="0" u="none" strike="noStrike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1900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7. หัวข้อย่อยที่ 7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7]</a:t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7]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ompt Light" panose="00000400000000000000" pitchFamily="2" charset="-34"/>
                        <a:cs typeface="Prompt Light" panose="000004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4290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" panose="00000500000000000000" pitchFamily="2" charset="-34"/>
                          <a:cs typeface="Prompt" panose="00000500000000000000" pitchFamily="2" charset="-34"/>
                        </a:rPr>
                        <a:t>8. หัวข้อย่อยที่ 8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Prompt" panose="00000500000000000000" pitchFamily="2" charset="-34"/>
                        <a:cs typeface="Prompt" panose="00000500000000000000" pitchFamily="2" charset="-3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A สำหรับหัวข้อที่ 8]</a:t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th-TH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รายละเอียด: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>[ใส่รายละเอียดของตัวเลือก B สำหรับหัวข้อที่ 8]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th-TH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Prompt Light" panose="00000400000000000000" pitchFamily="2" charset="-34"/>
                          <a:cs typeface="Prompt Light" panose="00000400000000000000" pitchFamily="2" charset="-34"/>
                        </a:rPr>
                        <a:t/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294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0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ED09-E525-A5DF-EFB0-1C414039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14">
            <a:extLst>
              <a:ext uri="{FF2B5EF4-FFF2-40B4-BE49-F238E27FC236}">
                <a16:creationId xmlns:a16="http://schemas.microsoft.com/office/drawing/2014/main" id="{3A35BDEB-C58E-1D55-A2E9-B21180B4033E}"/>
              </a:ext>
            </a:extLst>
          </p:cNvPr>
          <p:cNvSpPr/>
          <p:nvPr/>
        </p:nvSpPr>
        <p:spPr>
          <a:xfrm>
            <a:off x="332053" y="303268"/>
            <a:ext cx="9275822" cy="708153"/>
          </a:xfrm>
          <a:custGeom>
            <a:avLst/>
            <a:gdLst/>
            <a:ahLst/>
            <a:cxnLst/>
            <a:rect l="l" t="t" r="r" b="b"/>
            <a:pathLst>
              <a:path w="1970117" h="279764">
                <a:moveTo>
                  <a:pt x="16560" y="0"/>
                </a:moveTo>
                <a:lnTo>
                  <a:pt x="1953557" y="0"/>
                </a:lnTo>
                <a:cubicBezTo>
                  <a:pt x="1957949" y="0"/>
                  <a:pt x="1962161" y="1745"/>
                  <a:pt x="1965267" y="4850"/>
                </a:cubicBezTo>
                <a:cubicBezTo>
                  <a:pt x="1968372" y="7956"/>
                  <a:pt x="1970117" y="12168"/>
                  <a:pt x="1970117" y="16560"/>
                </a:cubicBezTo>
                <a:lnTo>
                  <a:pt x="1970117" y="263204"/>
                </a:lnTo>
                <a:cubicBezTo>
                  <a:pt x="1970117" y="267596"/>
                  <a:pt x="1968372" y="271808"/>
                  <a:pt x="1965267" y="274914"/>
                </a:cubicBezTo>
                <a:cubicBezTo>
                  <a:pt x="1962161" y="278019"/>
                  <a:pt x="1957949" y="279764"/>
                  <a:pt x="1953557" y="279764"/>
                </a:cubicBezTo>
                <a:lnTo>
                  <a:pt x="16560" y="279764"/>
                </a:lnTo>
                <a:cubicBezTo>
                  <a:pt x="12168" y="279764"/>
                  <a:pt x="7956" y="278019"/>
                  <a:pt x="4850" y="274914"/>
                </a:cubicBezTo>
                <a:cubicBezTo>
                  <a:pt x="1745" y="271808"/>
                  <a:pt x="0" y="267596"/>
                  <a:pt x="0" y="263204"/>
                </a:cubicBezTo>
                <a:lnTo>
                  <a:pt x="0" y="16560"/>
                </a:lnTo>
                <a:cubicBezTo>
                  <a:pt x="0" y="12168"/>
                  <a:pt x="1745" y="7956"/>
                  <a:pt x="4850" y="4850"/>
                </a:cubicBezTo>
                <a:cubicBezTo>
                  <a:pt x="7956" y="1745"/>
                  <a:pt x="12168" y="0"/>
                  <a:pt x="16560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PSK" panose="020B0500040200020003" pitchFamily="34" charset="-34"/>
              <a:ea typeface="+mn-ea"/>
              <a:cs typeface="+mn-cs"/>
            </a:endParaRPr>
          </a:p>
        </p:txBody>
      </p:sp>
      <p:sp>
        <p:nvSpPr>
          <p:cNvPr id="337" name="Title 1">
            <a:extLst>
              <a:ext uri="{FF2B5EF4-FFF2-40B4-BE49-F238E27FC236}">
                <a16:creationId xmlns:a16="http://schemas.microsoft.com/office/drawing/2014/main" id="{24185887-7D43-FCE2-8BDC-232633FD2FF2}"/>
              </a:ext>
            </a:extLst>
          </p:cNvPr>
          <p:cNvSpPr txBox="1">
            <a:spLocks/>
          </p:cNvSpPr>
          <p:nvPr/>
        </p:nvSpPr>
        <p:spPr>
          <a:xfrm>
            <a:off x="445069" y="467700"/>
            <a:ext cx="12424897" cy="59588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n-US" sz="3600" kern="1200">
                <a:solidFill>
                  <a:srgbClr val="000000"/>
                </a:solidFill>
                <a:latin typeface="Prompt Medium" pitchFamily="2"/>
                <a:cs typeface="Prompt Medium" pitchFamily="2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5pPr>
            <a:lvl6pPr marL="4572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6pPr>
            <a:lvl7pPr marL="9144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7pPr>
            <a:lvl8pPr marL="13716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8pPr>
            <a:lvl9pPr marL="1828800" algn="l" rtl="0" eaLnBrk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Prompt Medium" panose="00000600000000000000" pitchFamily="2" charset="-34"/>
                <a:cs typeface="Prompt Medium" panose="00000600000000000000" pitchFamily="2" charset="-34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ompt Medium" pitchFamily="2"/>
                <a:ea typeface="+mn-ea"/>
                <a:cs typeface="Prompt Medium" pitchFamily="2"/>
              </a:rPr>
              <a:t>ตารางข้อมูลจำเพาะ (Specification Table)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CDE84A-C66B-C01E-429B-950CDD756945}"/>
              </a:ext>
            </a:extLst>
          </p:cNvPr>
          <p:cNvGrpSpPr/>
          <p:nvPr/>
        </p:nvGrpSpPr>
        <p:grpSpPr>
          <a:xfrm>
            <a:off x="10336000" y="1230000"/>
            <a:ext cx="530932" cy="470868"/>
            <a:chOff x="8581851" y="1563015"/>
            <a:chExt cx="617478" cy="59588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3EC434E-C95D-A5BE-AE88-69AB516D2B17}"/>
                </a:ext>
              </a:extLst>
            </p:cNvPr>
            <p:cNvSpPr/>
            <p:nvPr/>
          </p:nvSpPr>
          <p:spPr>
            <a:xfrm>
              <a:off x="8592272" y="1563015"/>
              <a:ext cx="596638" cy="595885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C9130D-20F9-49BC-2F87-F387E8DB355A}"/>
                </a:ext>
              </a:extLst>
            </p:cNvPr>
            <p:cNvSpPr txBox="1"/>
            <p:nvPr/>
          </p:nvSpPr>
          <p:spPr>
            <a:xfrm>
              <a:off x="8581851" y="1711767"/>
              <a:ext cx="61747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endPara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085AFB7-832D-41CD-DBDD-C47698104153}"/>
              </a:ext>
            </a:extLst>
          </p:cNvPr>
          <p:cNvGrpSpPr/>
          <p:nvPr/>
        </p:nvGrpSpPr>
        <p:grpSpPr>
          <a:xfrm>
            <a:off x="10336000" y="3830000"/>
            <a:ext cx="525208" cy="432967"/>
            <a:chOff x="8556915" y="1563015"/>
            <a:chExt cx="704539" cy="595885"/>
          </a:xfrm>
        </p:grpSpPr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DE7A4F5D-47E1-56BF-B996-5009FDC73CBA}"/>
                </a:ext>
              </a:extLst>
            </p:cNvPr>
            <p:cNvSpPr/>
            <p:nvPr/>
          </p:nvSpPr>
          <p:spPr>
            <a:xfrm>
              <a:off x="8592272" y="1563015"/>
              <a:ext cx="596638" cy="595885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73C31C11-59A2-34CE-2271-D2F210435EFD}"/>
                </a:ext>
              </a:extLst>
            </p:cNvPr>
            <p:cNvSpPr txBox="1"/>
            <p:nvPr/>
          </p:nvSpPr>
          <p:spPr>
            <a:xfrm>
              <a:off x="8556915" y="1660304"/>
              <a:ext cx="704539" cy="42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026" name="Table 1025">
            <a:extLst>
              <a:ext uri="{FF2B5EF4-FFF2-40B4-BE49-F238E27FC236}">
                <a16:creationId xmlns:a16="http://schemas.microsoft.com/office/drawing/2014/main" id="{0A49D4F0-FB4F-63BA-66C6-F3B16BDC4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71014"/>
              </p:ext>
            </p:extLst>
          </p:nvPr>
        </p:nvGraphicFramePr>
        <p:xfrm>
          <a:off x="1596000" y="4050000"/>
          <a:ext cx="9000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03200">
                  <a:extLst>
                    <a:ext uri="{9D8B030D-6E8A-4147-A177-3AD203B41FA5}">
                      <a16:colId xmlns:a16="http://schemas.microsoft.com/office/drawing/2014/main" val="605612356"/>
                    </a:ext>
                  </a:extLst>
                </a:gridCol>
                <a:gridCol w="5896800">
                  <a:extLst>
                    <a:ext uri="{9D8B030D-6E8A-4147-A177-3AD203B41FA5}">
                      <a16:colId xmlns:a16="http://schemas.microsoft.com/office/drawing/2014/main" val="428589001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ข้อมูลจำเพาะ B (Specification B)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7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0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8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20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65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547744"/>
                  </a:ext>
                </a:extLst>
              </a:tr>
            </a:tbl>
          </a:graphicData>
        </a:graphic>
      </p:graphicFrame>
      <p:graphicFrame>
        <p:nvGraphicFramePr>
          <p:cNvPr id="1027" name="Table 1026">
            <a:extLst>
              <a:ext uri="{FF2B5EF4-FFF2-40B4-BE49-F238E27FC236}">
                <a16:creationId xmlns:a16="http://schemas.microsoft.com/office/drawing/2014/main" id="{A78EB0A2-E826-D89D-76BD-6C5D46859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4779"/>
              </p:ext>
            </p:extLst>
          </p:nvPr>
        </p:nvGraphicFramePr>
        <p:xfrm>
          <a:off x="1596000" y="1450000"/>
          <a:ext cx="9000000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03200">
                  <a:extLst>
                    <a:ext uri="{9D8B030D-6E8A-4147-A177-3AD203B41FA5}">
                      <a16:colId xmlns:a16="http://schemas.microsoft.com/office/drawing/2014/main" val="605612356"/>
                    </a:ext>
                  </a:extLst>
                </a:gridCol>
                <a:gridCol w="5896800">
                  <a:extLst>
                    <a:ext uri="{9D8B030D-6E8A-4147-A177-3AD203B41FA5}">
                      <a16:colId xmlns:a16="http://schemas.microsoft.com/office/drawing/2014/main" val="428589001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ข้อมูลจำเพาะ A (Specification 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97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0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  <a:r>
                        <a:rPr lang="en-US" b="1" i="1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8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200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65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รายการ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[ระบุค่า]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547744"/>
                  </a:ext>
                </a:extLst>
              </a:tr>
            </a:tbl>
          </a:graphicData>
        </a:graphic>
      </p:graphicFrame>
      <p:sp>
        <p:nvSpPr>
          <p:cNvPr id="1037" name="TextBox 1036">
            <a:extLst>
              <a:ext uri="{FF2B5EF4-FFF2-40B4-BE49-F238E27FC236}">
                <a16:creationId xmlns:a16="http://schemas.microsoft.com/office/drawing/2014/main" id="{0F4A912F-25E3-70DB-084A-BDDD2A5AABFE}"/>
              </a:ext>
            </a:extLst>
          </p:cNvPr>
          <p:cNvSpPr txBox="1"/>
          <p:nvPr/>
        </p:nvSpPr>
        <p:spPr>
          <a:xfrm>
            <a:off x="1596000" y="1150000"/>
            <a:ext cx="3640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prstClr val="black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* หมายเหตุ: ระบุเงื่อนไขหรือข้อสังเกตเพิ่มเติมที่นี่ (Remarks)</a:t>
            </a:r>
            <a:r>
              <a:rPr lang="th-TH" sz="1100" i="1" dirty="0">
                <a:solidFill>
                  <a:prstClr val="black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lang="en-US" sz="1100" i="1" dirty="0">
                <a:solidFill>
                  <a:prstClr val="black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lang="th-TH" sz="1100" i="1" dirty="0">
                <a:solidFill>
                  <a:prstClr val="black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lang="en-US" sz="1100" i="1" dirty="0">
                <a:solidFill>
                  <a:prstClr val="black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r>
              <a:rPr lang="th-TH" sz="1100" i="1" dirty="0">
                <a:solidFill>
                  <a:prstClr val="black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/>
            </a:r>
            <a:endParaRPr kumimoji="0" lang="en-US" sz="11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30929637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st xmlns="a2c7ed07-ec74-485b-bd72-f3a3f30a279f" xsi:nil="true"/>
    <lcf76f155ced4ddcb4097134ff3c332f xmlns="a2c7ed07-ec74-485b-bd72-f3a3f30a279f">
      <Terms xmlns="http://schemas.microsoft.com/office/infopath/2007/PartnerControls"/>
    </lcf76f155ced4ddcb4097134ff3c332f>
    <TaxCatchAll xmlns="78027cda-5459-4d1d-a8e8-5f73059a944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668F7838128A46A2D59BCC9E591661" ma:contentTypeVersion="20" ma:contentTypeDescription="Create a new document." ma:contentTypeScope="" ma:versionID="d370412cf7b1cebccc3c7693f72435d0">
  <xsd:schema xmlns:xsd="http://www.w3.org/2001/XMLSchema" xmlns:xs="http://www.w3.org/2001/XMLSchema" xmlns:p="http://schemas.microsoft.com/office/2006/metadata/properties" xmlns:ns2="a2c7ed07-ec74-485b-bd72-f3a3f30a279f" xmlns:ns3="78027cda-5459-4d1d-a8e8-5f73059a9444" targetNamespace="http://schemas.microsoft.com/office/2006/metadata/properties" ma:root="true" ma:fieldsID="c9d0b392f5575d93cc20cdeaf84f8aec" ns2:_="" ns3:_="">
    <xsd:import namespace="a2c7ed07-ec74-485b-bd72-f3a3f30a279f"/>
    <xsd:import namespace="78027cda-5459-4d1d-a8e8-5f73059a94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test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c7ed07-ec74-485b-bd72-f3a3f30a27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7fc1409-46a7-4d59-b4fe-005e91f54a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est" ma:index="24" nillable="true" ma:displayName="Image" ma:format="Thumbnail" ma:internalName="test">
      <xsd:simpleType>
        <xsd:restriction base="dms:Unknown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027cda-5459-4d1d-a8e8-5f73059a944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4626294-decc-45e5-b3ff-4e14c53ad4ff}" ma:internalName="TaxCatchAll" ma:showField="CatchAllData" ma:web="78027cda-5459-4d1d-a8e8-5f73059a94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EC7CBA-5BBA-4AC0-BCC6-92F44BB8DE56}">
  <ds:schemaRefs>
    <ds:schemaRef ds:uri="http://schemas.microsoft.com/office/2006/metadata/properties"/>
    <ds:schemaRef ds:uri="http://schemas.microsoft.com/office/infopath/2007/PartnerControls"/>
    <ds:schemaRef ds:uri="a2c7ed07-ec74-485b-bd72-f3a3f30a279f"/>
    <ds:schemaRef ds:uri="78027cda-5459-4d1d-a8e8-5f73059a9444"/>
  </ds:schemaRefs>
</ds:datastoreItem>
</file>

<file path=customXml/itemProps2.xml><?xml version="1.0" encoding="utf-8"?>
<ds:datastoreItem xmlns:ds="http://schemas.openxmlformats.org/officeDocument/2006/customXml" ds:itemID="{F180F728-702B-4FD0-AAD2-5885DEBFEE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B42BA2-5CBD-4360-8CBD-180323D5FB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c7ed07-ec74-485b-bd72-f3a3f30a279f"/>
    <ds:schemaRef ds:uri="78027cda-5459-4d1d-a8e8-5f73059a94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2463</Words>
  <Application>Microsoft Office PowerPoint</Application>
  <PresentationFormat>แบบจอกว้าง</PresentationFormat>
  <Paragraphs>357</Paragraphs>
  <Slides>13</Slides>
  <Notes>0</Notes>
  <HiddenSlides>2</HiddenSlides>
  <MMClips>0</MMClips>
  <ScaleCrop>false</ScaleCrop>
  <HeadingPairs>
    <vt:vector size="4" baseType="variant"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13</vt:i4>
      </vt:variant>
    </vt:vector>
  </HeadingPairs>
  <TitlesOfParts>
    <vt:vector size="14" baseType="lpstr">
      <vt:lpstr>2_Custom Design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Sorachat Srithai</dc:creator>
  <cp:lastModifiedBy>Sorachat Srithai</cp:lastModifiedBy>
  <cp:revision>49</cp:revision>
  <dcterms:created xsi:type="dcterms:W3CDTF">2025-12-18T06:43:48Z</dcterms:created>
  <dcterms:modified xsi:type="dcterms:W3CDTF">2026-08-28T03:58:22Z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0x0101001B668F7838128A46A2D59BCC9E591661</vt:lpwstr>
  </property>
</Properties>
</file>